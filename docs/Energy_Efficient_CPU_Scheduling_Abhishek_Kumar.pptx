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74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E12F2-9603-C463-B402-C200ACE94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7AFF70-E3D9-724C-E7F4-429A33885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95A6E-1625-5AAF-AE9B-99EF0FAC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4DD-8B02-4B3A-A81C-14A6D558AAC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25AA4-9629-D712-1B61-20674A9DE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61527-7C05-7852-93D0-BB97891A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7343-0682-4616-8762-0A3F96B2D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090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8119D-1968-7F80-F153-28D8F4A3D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B442D-44D9-2003-076D-18585B8CE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CC531-421F-4E51-73D1-94E213945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4DD-8B02-4B3A-A81C-14A6D558AAC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46F7E-5241-3EFC-C8E3-9FD91AC7C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7678C-C167-41A5-41CE-181A3A2C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7343-0682-4616-8762-0A3F96B2D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427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79268-B478-8421-7AE7-3FF46E0B1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D0915-7AF4-090A-8E11-A284E523F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7C77C-141A-5DAE-E091-59B63F2B2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4DD-8B02-4B3A-A81C-14A6D558AAC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EFD2C-EF83-7E8E-FD16-3C7AB8041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AD237-D1D8-3FAF-66C2-C1CAF22CB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7343-0682-4616-8762-0A3F96B2D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941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EC373-EA8E-FCAF-CAB5-59D15390F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A1986-F107-AC3A-A0E9-F396ECBBCF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26638-7A9E-E32A-EF06-3B412E19C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08668-E8F6-EB48-CEAB-8E94F16D6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4DD-8B02-4B3A-A81C-14A6D558AAC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93BC2-0ACF-9157-D372-B9A449AD8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77AF1-D517-D4D4-0B1A-F2D836194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7343-0682-4616-8762-0A3F96B2D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945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92D57-6032-C628-DEE0-BA8C86642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A0FBD1-21A0-072D-6197-AD98CCD32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F13ED-A556-207C-A2B7-FE9B2739C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B1C79C-B4F0-05A7-5B41-0EEF9AFD2A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C9B44E-D9C6-A31E-3D08-842631D463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3101C-0326-A0C3-D75E-B2572686C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4DD-8B02-4B3A-A81C-14A6D558AAC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D132A3-599E-FD54-DA28-78D5F27D0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B39C8-3D15-605B-E93A-F8D97290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7343-0682-4616-8762-0A3F96B2D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10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2E7E2-D2F8-B5A5-61E8-E22E061F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B15945-211E-B2B9-C45D-BB50D7692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4DD-8B02-4B3A-A81C-14A6D558AAC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7B19F-CE79-9B5C-8B08-45F8BC307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7171D-EBAE-0AA5-E056-D6371ACB7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7343-0682-4616-8762-0A3F96B2D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542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C41CEC-55F9-DF09-C8C7-39B8F49F0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4DD-8B02-4B3A-A81C-14A6D558AAC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820D14-C66C-F389-88A0-1938A90EB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935CE-C133-2E66-92F5-42023CEF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7343-0682-4616-8762-0A3F96B2D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125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B264-06B5-4612-2C30-5175A3BEB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4F91B-DA06-CBE6-5036-D28A04577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07CDB0-80F2-FE5D-3E93-C9769A5C6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35CAC2-2516-09B3-F143-CE7C206C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4DD-8B02-4B3A-A81C-14A6D558AAC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C0D43-B3DC-0D99-75DF-01DFFAEE1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64D84-2E50-5C19-B43F-2951372E3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7343-0682-4616-8762-0A3F96B2D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56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7D32B-FD5F-6F07-8A8D-1257668F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C40AA9-33DF-CCF4-1FD8-F3B9B80F53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D03719-AF1B-63ED-1E69-C2AD0512C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230EF-3607-5A1B-31F1-240C2A22B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4DD-8B02-4B3A-A81C-14A6D558AAC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D2B31-D456-A72F-147F-C54C17167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CC0BE-0870-6926-3C1D-2F4F51844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7343-0682-4616-8762-0A3F96B2D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478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F3E9F-B073-B404-2F43-CA4B86DAB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D1253-EEBE-EAF3-C071-BA5E8617E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2DE73-7382-D2A4-5B9D-E7F6B5B85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4DD-8B02-4B3A-A81C-14A6D558AAC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1E85C-9E23-6378-B2F2-AA7401F8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50EBA-0F6C-366C-4C58-1E121FC48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7343-0682-4616-8762-0A3F96B2D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058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D1D58-DFB7-D9B5-5CEA-52332E701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540CBD-9010-F1D7-7B2E-CAD35D994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B62CC-97F9-A2CF-4DCF-6FCE9F2EF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4DD-8B02-4B3A-A81C-14A6D558AAC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E4424-6431-AAC4-4AD0-9F412474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2ADD3-00EF-72AB-10D3-0D647C3BA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7343-0682-4616-8762-0A3F96B2D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127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E50BE-CB38-6C1D-F93D-01731086D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B2D46-FBAA-276D-B06D-F9730752B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745CB-3917-89E7-299E-40081669D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4DD-8B02-4B3A-A81C-14A6D558AAC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1D066-39A2-5B28-BB26-6E676DCEC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5F66E-5E02-6407-D506-A921776A1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7343-0682-4616-8762-0A3F96B2D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412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696DC3-EBEE-7CBA-77EB-360A5608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663BE-C342-5607-285B-F91CB1314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0168C-4A68-7724-0893-1C4E4B84C2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E64DD-8B02-4B3A-A81C-14A6D558AAC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BD12F-FD48-E31D-0C0A-FDF7E6C94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D554A-4C69-ED58-979A-013D15D0E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27343-0682-4616-8762-0A3F96B2D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074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AA36-AAEB-3B0E-4CAA-DC80209B9D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Energy-Efficient CPU Scheduling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EC766A-687D-3B42-FBDE-4D2F1A9EA7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Final Year Project Presentation</a:t>
            </a:r>
          </a:p>
          <a:p>
            <a:r>
              <a:rPr lang="en-US"/>
              <a:t>Name: Abhishek kumar</a:t>
            </a:r>
          </a:p>
          <a:p>
            <a:r>
              <a:rPr lang="en-US"/>
              <a:t>Roll No: 50</a:t>
            </a:r>
          </a:p>
          <a:p>
            <a:r>
              <a:rPr lang="en-US"/>
              <a:t>Registration Number: 12405811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021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76E3F-A574-ECC3-DDBE-29B5719AB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86135-F291-8353-F0E1-EE37595E6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Traditional CPU scheduling improves performance but ignores power and thermal limits.</a:t>
            </a:r>
          </a:p>
          <a:p>
            <a:r>
              <a:rPr lang="en-US"/>
              <a:t>This causes faster battery drain and overheating in mobile and embedded systems.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505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85216-7A26-DEE3-CF46-3E0E45E15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Project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487D2-DDB8-264E-195B-808801457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Reduce energy consumption using DVFS</a:t>
            </a:r>
          </a:p>
          <a:p>
            <a:r>
              <a:rPr lang="en-US"/>
              <a:t>- Include thermal-aware scheduling decisions</a:t>
            </a:r>
          </a:p>
          <a:p>
            <a:r>
              <a:rPr lang="en-US"/>
              <a:t>- Balance performance, fairness, and power efficiency</a:t>
            </a:r>
          </a:p>
          <a:p>
            <a:r>
              <a:rPr lang="en-US"/>
              <a:t>- Compare baseline and optimized results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017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7212E-806A-F54A-C499-345E62C69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Core Concepts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EB60F-51AE-5F4E-3ABB-045DFB649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DVFS: Dynamically adjusts CPU frequency and voltage.</a:t>
            </a:r>
          </a:p>
          <a:p>
            <a:r>
              <a:rPr lang="en-US"/>
              <a:t>Thermal-aware scheduling: reduces speed when temperature is high.</a:t>
            </a:r>
          </a:p>
          <a:p>
            <a:r>
              <a:rPr lang="en-US"/>
              <a:t>Combined approach saves energy and controls heat.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066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F5094-3A69-8D88-31CA-E149E7FD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Proposed Scheduling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75E22-FDD2-316C-F857-BA5242F19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Read burst, priority, temperature, and base power.</a:t>
            </a:r>
          </a:p>
          <a:p>
            <a:r>
              <a:rPr lang="en-US"/>
              <a:t>2. Score tasks using priority, short-job bonus, fairness aging, and thermal penalty.</a:t>
            </a:r>
          </a:p>
          <a:p>
            <a:r>
              <a:rPr lang="en-US"/>
              <a:t>3. Select best task.</a:t>
            </a:r>
          </a:p>
          <a:p>
            <a:r>
              <a:rPr lang="en-US"/>
              <a:t>4. Choose DVFS level (LOW/MEDIUM/HIGH).</a:t>
            </a:r>
          </a:p>
          <a:p>
            <a:r>
              <a:rPr lang="en-US"/>
              <a:t>5. Compute power, time, and energy.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617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5975B-4629-CE69-A9FA-D8E75585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DVFS Decision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B0B11-ABE9-F0FD-7E7A-FB691EBD3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If temperature &gt;= 80 C, use LOW.</a:t>
            </a:r>
          </a:p>
          <a:p>
            <a:r>
              <a:rPr lang="en-US"/>
              <a:t>- If urgent task (priority &lt;= 2 or burst &lt;= 4), use HIGH.</a:t>
            </a:r>
          </a:p>
          <a:p>
            <a:r>
              <a:rPr lang="en-US"/>
              <a:t>- If moderate heat (&gt;=70 C), use MEDIUM.</a:t>
            </a:r>
          </a:p>
          <a:p>
            <a:r>
              <a:rPr lang="en-US"/>
              <a:t>- Long tasks prefer LOW for saving power.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856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F132A-7B0F-0095-EAAC-304F03142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 Implementation Highlights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66384-2AC2-B371-A094-B79330D92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Implemented in C for process scheduling simulation.</a:t>
            </a:r>
          </a:p>
          <a:p>
            <a:r>
              <a:rPr lang="en-US"/>
              <a:t>- Accepts user input for process data.</a:t>
            </a:r>
          </a:p>
          <a:p>
            <a:r>
              <a:rPr lang="en-US"/>
              <a:t>- Computes baseline vs optimized energy.</a:t>
            </a:r>
          </a:p>
          <a:p>
            <a:r>
              <a:rPr lang="en-US"/>
              <a:t>- Shows scheduling order, DVFS level, execution time, and energy.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027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41E03-1C7E-30BD-49B9-6E51A4760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Sample Result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91F4A-C845-28D5-904A-EB3D9C6A2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Baseline Energy: 640.00 J</a:t>
            </a:r>
          </a:p>
          <a:p>
            <a:r>
              <a:rPr lang="en-IN"/>
              <a:t>Optimized Energy: 512.89 J</a:t>
            </a:r>
          </a:p>
          <a:p>
            <a:r>
              <a:rPr lang="en-IN"/>
              <a:t>Energy Saved: 19.86%</a:t>
            </a:r>
          </a:p>
          <a:p>
            <a:r>
              <a:rPr lang="en-IN"/>
              <a:t>Optimized Order: P2 -&gt; P4 -&gt; P1 -&gt; P3</a:t>
            </a:r>
          </a:p>
        </p:txBody>
      </p:sp>
    </p:spTree>
    <p:extLst>
      <p:ext uri="{BB962C8B-B14F-4D97-AF65-F5344CB8AC3E}">
        <p14:creationId xmlns:p14="http://schemas.microsoft.com/office/powerpoint/2010/main" val="2685236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FFE1A8-1F62-E05D-F967-F530FFCD7442}"/>
              </a:ext>
            </a:extLst>
          </p:cNvPr>
          <p:cNvSpPr txBox="1"/>
          <p:nvPr/>
        </p:nvSpPr>
        <p:spPr>
          <a:xfrm>
            <a:off x="381000" y="254000"/>
            <a:ext cx="1143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200"/>
              <a:t>Website Demo Screenshot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3225F1-43C5-D79D-845C-808B1B82D5F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4732000" cy="78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42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A8838-F4DB-CDE1-C31D-08B8E6146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 and 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CB93D-C271-0182-F5F3-7E628B68E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proposed scheduler reduces energy while keeping acceptable performance.</a:t>
            </a:r>
          </a:p>
          <a:p>
            <a:r>
              <a:rPr lang="en-US"/>
              <a:t>Future work: multi-core support, real sensor integration, and ML-based DVFS prediction.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674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Energy-Efficient CPU Scheduling Algorithm</vt:lpstr>
      <vt:lpstr>Problem Statement</vt:lpstr>
      <vt:lpstr>Project Objectives</vt:lpstr>
      <vt:lpstr>Core Concepts</vt:lpstr>
      <vt:lpstr>Proposed Scheduling Logic</vt:lpstr>
      <vt:lpstr>DVFS Decision Rules</vt:lpstr>
      <vt:lpstr>C Implementation Highlights</vt:lpstr>
      <vt:lpstr>Sample Result</vt:lpstr>
      <vt:lpstr>PowerPoint Presentation</vt:lpstr>
      <vt:lpstr>Conclusion and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kumar</dc:creator>
  <cp:lastModifiedBy>abhishek kumar</cp:lastModifiedBy>
  <cp:revision>1</cp:revision>
  <dcterms:created xsi:type="dcterms:W3CDTF">2026-04-20T17:42:46Z</dcterms:created>
  <dcterms:modified xsi:type="dcterms:W3CDTF">2026-04-20T17:42:46Z</dcterms:modified>
</cp:coreProperties>
</file>